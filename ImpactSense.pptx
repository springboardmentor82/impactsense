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26" autoAdjust="0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81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64008" cy="2834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Earthquake Impact Predictor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54864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inputs → Actionable risk outputs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3931920"/>
            <a:ext cx="777240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39319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77724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39319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132320" y="3931920"/>
            <a:ext cx="777240" cy="4114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39319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46720" y="3931920"/>
            <a:ext cx="777240" cy="4114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0" y="39319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· Minimalist · 7 Slides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0604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60604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53312" y="1078992"/>
            <a:ext cx="640080" cy="640080"/>
          </a:xfrm>
          <a:prstGeom prst="ellipse">
            <a:avLst/>
          </a:prstGeom>
          <a:solidFill>
            <a:srgbClr val="2A1515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533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Interpretation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4688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alerts are often difficult to interpret quickly in high-pressure response situations.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868680"/>
            <a:ext cx="260604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60604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87952" y="1078992"/>
            <a:ext cx="640080" cy="640080"/>
          </a:xfrm>
          <a:prstGeom prst="ellipse">
            <a:avLst/>
          </a:prstGeom>
          <a:solidFill>
            <a:srgbClr val="2A1515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8795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0128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Parameters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24688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parameters — magnitude, depth, CDI, MMI, significance — don't directly communicate risk severity to non-specialists.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868680"/>
            <a:ext cx="260604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868680"/>
            <a:ext cx="260604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22592" y="1078992"/>
            <a:ext cx="640080" cy="640080"/>
          </a:xfrm>
          <a:prstGeom prst="ellipse">
            <a:avLst/>
          </a:prstGeom>
          <a:solidFill>
            <a:srgbClr val="2A1515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2259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44768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Decision Support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44768" y="24688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 a fast, visual, and reliable interface that converts seismic inputs into actionable alert categories.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931920" cy="4069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393192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ML-driven Earthquake Impact Predictor that maps seismic inputs to alert classes.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tuned classification models trained on processed earthquake data and deploy the best-performing model for inference.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Classes: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749808" cy="594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371600" y="3246120"/>
            <a:ext cx="749808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324612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35661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240280" y="3246120"/>
            <a:ext cx="749808" cy="5943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40280" y="324612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35661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08960" y="3246120"/>
            <a:ext cx="749808" cy="5943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08960" y="324612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08960" y="35661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26280" y="822960"/>
            <a:ext cx="4251960" cy="4069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26280" y="822960"/>
            <a:ext cx="425196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Retro-Style Web Interface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508760"/>
            <a:ext cx="3931920" cy="4297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508760"/>
            <a:ext cx="36576" cy="4297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150876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clamping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057400"/>
            <a:ext cx="3931920" cy="4297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057400"/>
            <a:ext cx="36576" cy="4297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05740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map by class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606040"/>
            <a:ext cx="3931920" cy="4297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2606040"/>
            <a:ext cx="36576" cy="4297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60604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 (0–100)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154680"/>
            <a:ext cx="3931920" cy="4297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3154680"/>
            <a:ext cx="36576" cy="4297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315468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output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703320"/>
            <a:ext cx="3931920" cy="4297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63440" y="3703320"/>
            <a:ext cx="36576" cy="4297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370332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intensity feedback (shake effect)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6060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260604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886968"/>
            <a:ext cx="54864" cy="17647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Python, pandas, numpy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scikit-learn, xgboost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shap, joblib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6060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822960"/>
            <a:ext cx="2606040" cy="64008"/>
          </a:xfrm>
          <a:prstGeom prst="rect">
            <a:avLst/>
          </a:prstGeom>
          <a:solidFill>
            <a:srgbClr val="9B8FEF"/>
          </a:solidFill>
          <a:ln w="12700">
            <a:solidFill>
              <a:srgbClr val="9B8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886968"/>
            <a:ext cx="54864" cy="1764792"/>
          </a:xfrm>
          <a:prstGeom prst="rect">
            <a:avLst/>
          </a:prstGeom>
          <a:solidFill>
            <a:srgbClr val="9B8FEF"/>
          </a:solidFill>
          <a:ln w="12700">
            <a:solidFill>
              <a:srgbClr val="9B8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960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8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(Local)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3716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Flask 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7373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UI/app.py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822960"/>
            <a:ext cx="26060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822960"/>
            <a:ext cx="2606040" cy="640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886968"/>
            <a:ext cx="54864" cy="17647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960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(Deploy)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13716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Vercel serverless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17373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endpoints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UI/api/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834640"/>
            <a:ext cx="26060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2834640"/>
            <a:ext cx="260604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2898648"/>
            <a:ext cx="54864" cy="17647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383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Static HTML/CSS/JS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749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UI/public/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834640"/>
            <a:ext cx="26060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2834640"/>
            <a:ext cx="2606040" cy="64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0" y="2898648"/>
            <a:ext cx="54864" cy="17647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3756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37560" y="3383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Vercel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37560" y="3749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vercel.json routing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2834640"/>
            <a:ext cx="26060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35040" y="2834640"/>
            <a:ext cx="260604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35040" y="2898648"/>
            <a:ext cx="54864" cy="17647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7220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72200" y="3383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Pickle models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3749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saved_models/*.pkl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2600" dirty="0"/>
          </a:p>
        </p:txBody>
      </p:sp>
      <p:sp>
        <p:nvSpPr>
          <p:cNvPr id="53" name="Shape 5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</a:t>
            </a:r>
            <a:endParaRPr lang="en-US" sz="7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9857649-760D-83B5-DE95-90E042F23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174" y="832104"/>
            <a:ext cx="2302946" cy="38289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9B8FEF"/>
          </a:solidFill>
          <a:ln w="12700">
            <a:solidFill>
              <a:srgbClr val="9B8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solidFill>
            <a:srgbClr val="9B8FEF"/>
          </a:solidFill>
          <a:ln w="12700">
            <a:solidFill>
              <a:srgbClr val="9B8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60604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260604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960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463040"/>
            <a:ext cx="237744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1463040"/>
            <a:ext cx="45720" cy="7498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49961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already implemented from data prep to deployment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331720"/>
            <a:ext cx="237744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" y="2331720"/>
            <a:ext cx="45720" cy="7498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3682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artifacts and API endpoints are available and integrated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3200400"/>
            <a:ext cx="237744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3200400"/>
            <a:ext cx="45720" cy="7498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23697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 and edge-case tests improve runtime reliability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822960"/>
            <a:ext cx="260604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822960"/>
            <a:ext cx="260604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10128" y="960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10128" y="1463040"/>
            <a:ext cx="237744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10128" y="1463040"/>
            <a:ext cx="45720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01568" y="149961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deployment model (static frontend + serverless backend)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2331720"/>
            <a:ext cx="237744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10128" y="2331720"/>
            <a:ext cx="45720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01568" y="23682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infrastructure overhead and easy maintenance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0128" y="3200400"/>
            <a:ext cx="237744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10128" y="3200400"/>
            <a:ext cx="45720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01568" y="323697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extension for additional features or model upgrades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822960"/>
            <a:ext cx="260604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822960"/>
            <a:ext cx="260604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44768" y="960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Considerations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44768" y="1463040"/>
            <a:ext cx="237744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44768" y="1463040"/>
            <a:ext cx="45720" cy="7498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36208" y="149961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 depend on training data quality and representativeness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44768" y="2331720"/>
            <a:ext cx="237744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44768" y="2331720"/>
            <a:ext cx="45720" cy="7498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36208" y="23682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used as a decision-support tool, not a sole warning authority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25603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25603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" y="1051560"/>
            <a:ext cx="457200" cy="457200"/>
          </a:xfrm>
          <a:prstGeom prst="ellipse">
            <a:avLst/>
          </a:prstGeom>
          <a:solidFill>
            <a:srgbClr val="132418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1288" y="10515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Interpretation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" y="1618488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interpretation of seismic events through intuitive class-color outputs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868680"/>
            <a:ext cx="25603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37560" y="868680"/>
            <a:ext cx="25603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47288" y="1051560"/>
            <a:ext cx="457200" cy="457200"/>
          </a:xfrm>
          <a:prstGeom prst="ellipse">
            <a:avLst/>
          </a:prstGeom>
          <a:solidFill>
            <a:srgbClr val="132418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4728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95928" y="10515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 Support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47288" y="1618488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 and risk level combined in a single view for immediate clarity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868680"/>
            <a:ext cx="25603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868680"/>
            <a:ext cx="25603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81928" y="1051560"/>
            <a:ext cx="457200" cy="457200"/>
          </a:xfrm>
          <a:prstGeom prst="ellipse">
            <a:avLst/>
          </a:prstGeom>
          <a:solidFill>
            <a:srgbClr val="132418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8192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30568" y="10515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Robustness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81928" y="1618488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robustness via validation, clamping, and edge-case testing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65960" y="2697480"/>
            <a:ext cx="25603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965960" y="2697480"/>
            <a:ext cx="25603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75688" y="2880360"/>
            <a:ext cx="457200" cy="457200"/>
          </a:xfrm>
          <a:prstGeom prst="ellipse">
            <a:avLst/>
          </a:prstGeom>
          <a:solidFill>
            <a:srgbClr val="132418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7568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624328" y="28803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Communication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075688" y="3447288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 across both technical and non-technical users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697480"/>
            <a:ext cx="25603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2697480"/>
            <a:ext cx="25603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0328" y="2880360"/>
            <a:ext cx="457200" cy="457200"/>
          </a:xfrm>
          <a:prstGeom prst="ellipse">
            <a:avLst/>
          </a:prstGeom>
          <a:solidFill>
            <a:srgbClr val="132418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032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58968" y="28803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0328" y="3447288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modular architecture for future disaster analytics modules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4008" cy="65836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1060704"/>
            <a:ext cx="347472" cy="34747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98755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 demonstrates an end-to-end ML-to-deployment workflow for earthquake impact prediction.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64008" cy="65836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" y="1883664"/>
            <a:ext cx="347472" cy="34747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181051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complex seismic measurements into actionable risk outputs using a deployable web system.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64008" cy="65836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8368" y="2706624"/>
            <a:ext cx="347472" cy="34747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263347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production architecture supports both local Flask execution and Vercel serverless deployment.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9776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397764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5387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Website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9319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https://impact-sense-nine.vercel.app/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429000"/>
            <a:ext cx="39776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9B8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3429000"/>
            <a:ext cx="3977640" cy="64008"/>
          </a:xfrm>
          <a:prstGeom prst="rect">
            <a:avLst/>
          </a:prstGeom>
          <a:solidFill>
            <a:srgbClr val="9B8FEF"/>
          </a:solidFill>
          <a:ln w="12700">
            <a:solidFill>
              <a:srgbClr val="9B8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5387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8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Repository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9319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github.com/Narayanan-D-05/ImpactSense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ImpactSense — github.com/Narayanan-D-05/ImpactSense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482</Words>
  <Application>Microsoft Office PowerPoint</Application>
  <PresentationFormat>On-screen Show (16:9)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ImpactSense - ML-driven Earthquake Impact Predictor</dc:title>
  <dc:subject>PptxGenJS Presentation</dc:subject>
  <dc:creator>PptxGenJS</dc:creator>
  <cp:lastModifiedBy>Narayanan D</cp:lastModifiedBy>
  <cp:revision>2</cp:revision>
  <dcterms:created xsi:type="dcterms:W3CDTF">2026-04-02T08:49:57Z</dcterms:created>
  <dcterms:modified xsi:type="dcterms:W3CDTF">2026-04-02T09:06:53Z</dcterms:modified>
</cp:coreProperties>
</file>