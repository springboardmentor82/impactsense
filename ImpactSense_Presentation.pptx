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0A3080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55AA">
              <a:alpha val="3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EC5"/>
                </a:solidFill>
              </a:rPr>
              <a:t>AI-Powered Earthquake Prediction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v3.0 · April 2026 · By Y P P S Harshith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828800" cy="822960"/>
          </a:xfrm>
          <a:prstGeom prst="rect">
            <a:avLst/>
          </a:prstGeom>
          <a:solidFill>
            <a:srgbClr val="111F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98.4%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4023360"/>
            <a:ext cx="1828800" cy="822960"/>
          </a:xfrm>
          <a:prstGeom prst="rect">
            <a:avLst/>
          </a:prstGeom>
          <a:solidFill>
            <a:srgbClr val="111F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500K+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Training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023360"/>
            <a:ext cx="1828800" cy="822960"/>
          </a:xfrm>
          <a:prstGeom prst="rect">
            <a:avLst/>
          </a:prstGeom>
          <a:solidFill>
            <a:srgbClr val="111F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6-Tier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Risk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4023360"/>
            <a:ext cx="1828800" cy="822960"/>
          </a:xfrm>
          <a:prstGeom prst="rect">
            <a:avLst/>
          </a:prstGeom>
          <a:solidFill>
            <a:srgbClr val="111F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Live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USGS Feed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🌍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⚠  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Earthquakes: A Global Crisis Without Smart Tools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F9A9A"/>
                </a:solidFill>
              </a:rPr>
              <a:t>780,000+ deaths since 2000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023360" cy="1097280"/>
          </a:xfrm>
          <a:prstGeom prst="rect">
            <a:avLst/>
          </a:prstGeom>
          <a:solidFill>
            <a:srgbClr val="111F4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No Smart Interpretation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Raw USGS GeoJSON data has no AI layer for non-specialists to understand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4023360" cy="1097280"/>
          </a:xfrm>
          <a:prstGeom prst="rect">
            <a:avLst/>
          </a:prstGeom>
          <a:solidFill>
            <a:srgbClr val="111F4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 Magnitude ≠ Impact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606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Knowing the magnitude doesn't tell you the affected radius or damage level.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023360" cy="1097280"/>
          </a:xfrm>
          <a:prstGeom prst="rect">
            <a:avLst/>
          </a:prstGeom>
          <a:solidFill>
            <a:srgbClr val="111F4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 Models Not Deployed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Academic ML models exist but aren't available as interactive web apps.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4023360" cy="1097280"/>
          </a:xfrm>
          <a:prstGeom prst="rect">
            <a:avLst/>
          </a:prstGeom>
          <a:solidFill>
            <a:srgbClr val="111F4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🚨  No Real-Time Tool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Emergency responders lack a click-and-predict interface with live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FF"/>
                </a:solidFill>
              </a:rPr>
              <a:t>🌍  WHAT IS IMPACTSENSE?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ImpactSense is a full-stack AI web application that predicts earthquake magnitude and risk from seismic parameters — giving researchers, students, and emergency responders instant, actionable intelligence.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574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🤖  ML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Random Forest model predicts Richter magnitude from 8 seismic inputs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0574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🎯  6-Tier Risk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Classifies from MINIMAL to CATASTROPHIC with affected radius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0574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🗺  Live Seismic 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Interactive Leaflet.js map with USGS real-time GeoJSON feed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290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🔗  REST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Full API for integration with alert systems &amp; mobile apps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4290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4290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⚡  &lt; 200ms Response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Predictions delivered in under 200 milliseconds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429000"/>
            <a:ext cx="2606040" cy="11430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429000"/>
            <a:ext cx="26060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☁️  Cloud Deployed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Live on Render.com — accessible anywhere, anytime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</a:rPr>
              <a:t>📊  WEEK 1 — DATA COLLECTION &amp; EDA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📁  Source: USGS Earthquake Catalogue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0233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📏  Size: 500,000+ seismic events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🗓  Coverage: Global &amp; historical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0233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00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🔢  8 Input Features extracted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0233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03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🧹  Cleaned nulls &amp; removed duplicates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 Key Features Used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 Longitude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64592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📍 Latitude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📉 Depth (km)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⭐ Significance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📡 Station Count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65176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📏 Min Distance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218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🌊 RMS Travel 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154680"/>
            <a:ext cx="1874520" cy="402336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3218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🔄 Azimuthal Gap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A255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✅  Key Finding: Depth and Significance are the highest-impact predictors (confirmed by SHAP analysis)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</a:rPr>
              <a:t>🤖  WEEK 2 — ML MODEL 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2194560"/>
          </a:xfrm>
          <a:prstGeom prst="rect">
            <a:avLst/>
          </a:prstGeom>
          <a:solidFill>
            <a:srgbClr val="00E676">
              <a:alpha val="15000"/>
            </a:srgbClr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676"/>
                </a:solidFill>
              </a:rPr>
              <a:t>98.4%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</a:rPr>
              <a:t>Test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80/20 Train-Test Split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53949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Algorithm: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161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 Regressor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572768"/>
            <a:ext cx="53949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36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Estimators: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636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150 trees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048256"/>
            <a:ext cx="53949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12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Target: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112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Richter Magnitude (Mw)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523744"/>
            <a:ext cx="53949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Serialization: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joblib → model.pkl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394960" cy="402336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Top Features: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Depth, Significance (SHAP)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Classification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1325880" cy="7772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2.5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MINIMAL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83080" y="3886200"/>
            <a:ext cx="1325880" cy="777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2.5–4.0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886200"/>
            <a:ext cx="1325880" cy="77724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4.0–5.0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MODERATE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3886200"/>
            <a:ext cx="1325880" cy="7772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5.0–6.0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HIGH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886200"/>
            <a:ext cx="1325880" cy="7772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6.0–7.0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SEVERE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52360" y="3886200"/>
            <a:ext cx="1325880" cy="7772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3913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7.0+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52360" y="4206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CATASTROPHIC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</a:rPr>
              <a:t>🔗  WEEK 3 — FLASK REST API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Endpoint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384048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822960" cy="25603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084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Accepts 8 JSON params → returns magnitude +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8412480" cy="384048"/>
          </a:xfrm>
          <a:prstGeom prst="rect">
            <a:avLst/>
          </a:prstGeom>
          <a:solidFill>
            <a:srgbClr val="0E1B3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96312"/>
            <a:ext cx="822960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96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523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System status + model loaded flag + version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8412480" cy="384048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35224"/>
            <a:ext cx="822960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35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/api/info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962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Endpoint docs, param schema, metadata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28416"/>
            <a:ext cx="8412480" cy="384048"/>
          </a:xfrm>
          <a:prstGeom prst="rect">
            <a:avLst/>
          </a:prstGeom>
          <a:solidFill>
            <a:srgbClr val="0E1B3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74136"/>
            <a:ext cx="822960" cy="25603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74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Name/country/role → creates Flask session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67328"/>
            <a:ext cx="8412480" cy="384048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13048"/>
            <a:ext cx="822960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13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459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Main prediction + map UI (requires login)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🛡  Input Validation:  lat/lng range checks · negative significance filter · demo fallback mode when model absent · CORS enabled for cross-origin requests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</a:rPr>
              <a:t>🖥  WEEKS 4 &amp; 5 — DASHBOARD &amp; UI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111F45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 1: Prediction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00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8-field form for seismic parameters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Animated result card with magnitude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51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Severity bar with color-coded tiers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Alert badge + affected-radius display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Safety tips based on risk level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078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Ripple animation on prediction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3749040"/>
          </a:xfrm>
          <a:prstGeom prst="rect">
            <a:avLst/>
          </a:prstGeom>
          <a:solidFill>
            <a:srgbClr val="111F4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 2: Live Seismic 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73736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1700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Leaflet.js with dark Carto tiles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21284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USGS real-time GeoJSON overlay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688336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651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500+ global earthquake markers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163824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Click any point to fill coordinates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63931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Impact radius circle post-prediction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411480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4078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KPI counter animations on load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🗺  WEEK 6 — MAP, EVALUATION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Evaluation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20240" cy="822960"/>
          </a:xfrm>
          <a:prstGeom prst="rect">
            <a:avLst/>
          </a:prstGeom>
          <a:solidFill>
            <a:srgbClr val="111F45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93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</a:rPr>
              <a:t>98.4%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554480"/>
            <a:ext cx="1920240" cy="822960"/>
          </a:xfrm>
          <a:prstGeom prst="rect">
            <a:avLst/>
          </a:prstGeom>
          <a:solidFill>
            <a:srgbClr val="111F45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6093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&lt; 200ms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Prediction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1920240" cy="822960"/>
          </a:xfrm>
          <a:prstGeom prst="rect">
            <a:avLst/>
          </a:prstGeom>
          <a:solidFill>
            <a:srgbClr val="111F4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15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&lt; 1s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Map Load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560320"/>
            <a:ext cx="1920240" cy="822960"/>
          </a:xfrm>
          <a:prstGeom prst="rect">
            <a:avLst/>
          </a:prstGeom>
          <a:solidFill>
            <a:srgbClr val="111F45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615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500+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Events on 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Deployment Stack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206240" cy="4572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609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☁️  Render.com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Cloud hosting, auto-deploy from GitHub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103120"/>
            <a:ext cx="4206240" cy="4572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57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🐍  Python 3.10.13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runtime.txt pinned version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651760"/>
            <a:ext cx="4206240" cy="4572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🔧  Flask + CORS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REST API with cross-origin support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4206240" cy="457200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📦  joblib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9360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Model serialization for fast load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0A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89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</a:rPr>
              <a:t>🌐  Live Demo: https://impactsense-3zlk.onrender.com    📁  GitHub: https://github.com/Harshith32424/ImpactSense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FF"/>
                </a:solidFill>
              </a:rPr>
              <a:t>⚙ 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060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Python 3.10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Flask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Flask-CORS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88720"/>
            <a:ext cx="260604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43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Machine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39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386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joblib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734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SHAP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188720"/>
            <a:ext cx="260604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243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pandas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039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NumPy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386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USGS GeoJSON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60604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72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HTML / CSS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JavaScript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215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Leaflet.js 1.9.4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017520"/>
            <a:ext cx="2606040" cy="38404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072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Render.com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GitHub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215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runtime.txt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3017520"/>
            <a:ext cx="2606040" cy="1600200"/>
          </a:xfrm>
          <a:prstGeom prst="rect">
            <a:avLst/>
          </a:prstGeom>
          <a:solidFill>
            <a:srgbClr val="111F45"/>
          </a:solidFill>
          <a:ln w="25400">
            <a:solidFill>
              <a:srgbClr val="004D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017520"/>
            <a:ext cx="2606040" cy="38404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072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 / Tiles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Leaflet.js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Carto DB Dark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4215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 USGS Feed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F45"/>
          </a:solidFill>
          <a:ln w="12700">
            <a:solidFill>
              <a:srgbClr val="11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</a:rPr>
              <a:t>🏆  RESULTS &amp; FUTURE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Achievements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98.4%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93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Live USGS Map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REST API Ready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08376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6-Tier Risk Engine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Cloud Deployed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4023360" cy="420624"/>
          </a:xfrm>
          <a:prstGeom prst="rect">
            <a:avLst/>
          </a:prstGeom>
          <a:solidFill>
            <a:srgbClr val="111F4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&lt; 200ms Predictions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v4.0 Roadmap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206240" cy="493776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🧠  LSTM Aftershock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084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Time-series prediction for aftershocks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121408"/>
            <a:ext cx="4206240" cy="493776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📱  Progressive Web App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Offline support for field responders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688336"/>
            <a:ext cx="4206240" cy="493776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734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📲  SMS/Email Alerts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2734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Twilio integration for real-time alerts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255264"/>
            <a:ext cx="4206240" cy="493776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300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🌐  Multi-language UI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300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Support for regional languages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3822192"/>
            <a:ext cx="4206240" cy="493776"/>
          </a:xfrm>
          <a:prstGeom prst="rect">
            <a:avLst/>
          </a:prstGeom>
          <a:solidFill>
            <a:srgbClr val="0A255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🏛  NDMA API Integration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2084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Auto-reporting to government systems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7315200" cy="7315200"/>
          </a:xfrm>
          <a:prstGeom prst="ellipse">
            <a:avLst/>
          </a:prstGeom>
          <a:solidFill>
            <a:srgbClr val="0A3080">
              <a:alpha val="3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8FF"/>
                </a:solidFill>
              </a:rPr>
              <a:t>ImpactSense v3.0 — AI Earthquake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👤  Y P P S Harshith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📧  yppsh888@gmail.com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🌐  https://impactsense-3zlk.onrender.com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📁  github.com/Harshith32424/ImpactSense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ImpactSense - AI Earthquake Prediction System</dc:title>
  <dc:subject>PptxGenJS Presentation</dc:subject>
  <dc:creator>PptxGenJS</dc:creator>
  <cp:lastModifiedBy>PptxGenJS</cp:lastModifiedBy>
  <cp:revision>1</cp:revision>
  <dcterms:created xsi:type="dcterms:W3CDTF">2026-04-20T14:12:10Z</dcterms:created>
  <dcterms:modified xsi:type="dcterms:W3CDTF">2026-04-20T14:12:10Z</dcterms:modified>
</cp:coreProperties>
</file>